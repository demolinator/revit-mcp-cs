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Masters/slideMaster2.xml" ContentType="application/vnd.openxmlformats-officedocument.presentationml.slideMaster+xml"/>
  <ns0:Override PartName="/ppt/slides/slide2.xml" ContentType="application/vnd.openxmlformats-officedocument.presentationml.slide+xml"/>
  <ns0:Override PartName="/ppt/slideMasters/slideMaster3.xml" ContentType="application/vnd.openxmlformats-officedocument.presentationml.slideMaster+xml"/>
  <ns0:Override PartName="/ppt/slides/slide3.xml" ContentType="application/vnd.openxmlformats-officedocument.presentationml.slide+xml"/>
  <ns0:Override PartName="/ppt/slideMasters/slideMaster4.xml" ContentType="application/vnd.openxmlformats-officedocument.presentationml.slideMaster+xml"/>
  <ns0:Override PartName="/ppt/slides/slide4.xml" ContentType="application/vnd.openxmlformats-officedocument.presentationml.slide+xml"/>
  <ns0:Override PartName="/ppt/slideMasters/slideMaster5.xml" ContentType="application/vnd.openxmlformats-officedocument.presentationml.slideMaster+xml"/>
  <ns0:Override PartName="/ppt/slides/slide5.xml" ContentType="application/vnd.openxmlformats-officedocument.presentationml.slide+xml"/>
  <ns0:Override PartName="/ppt/slideMasters/slideMaster6.xml" ContentType="application/vnd.openxmlformats-officedocument.presentationml.slideMaster+xml"/>
  <ns0:Override PartName="/ppt/slides/slide6.xml" ContentType="application/vnd.openxmlformats-officedocument.presentationml.slide+xml"/>
  <ns0:Override PartName="/ppt/slideMasters/slideMaster7.xml" ContentType="application/vnd.openxmlformats-officedocument.presentationml.slideMaster+xml"/>
  <ns0:Override PartName="/ppt/slides/slide7.xml" ContentType="application/vnd.openxmlformats-officedocument.presentationml.slide+xml"/>
  <ns0:Override PartName="/ppt/slideMasters/slideMaster8.xml" ContentType="application/vnd.openxmlformats-officedocument.presentationml.slideMaster+xml"/>
  <ns0:Override PartName="/ppt/slides/slide8.xml" ContentType="application/vnd.openxmlformats-officedocument.presentationml.slide+xml"/>
  <ns0:Override PartName="/ppt/slideMasters/slideMaster9.xml" ContentType="application/vnd.openxmlformats-officedocument.presentationml.slideMaster+xml"/>
  <ns0:Override PartName="/ppt/slides/slide9.xml" ContentType="application/vnd.openxmlformats-officedocument.presentationml.slide+xml"/>
  <ns0:Override PartName="/ppt/slideMasters/slideMaster10.xml" ContentType="application/vnd.openxmlformats-officedocument.presentationml.slideMaster+xml"/>
  <ns0:Override PartName="/ppt/slides/slide10.xml" ContentType="application/vnd.openxmlformats-officedocument.presentationml.slide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notesSlides/notesSlide10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2"/>
    <p:sldId id="267" r:id="rId13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ns0:Relationships xmlns:ns0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notesMaster" Target="notesMasters/notesMaster1.xml" /><Relationship Id="rId15" Type="http://schemas.openxmlformats.org/officeDocument/2006/relationships/presProps" Target="presProps.xml" /><Relationship Id="rId16" Type="http://schemas.openxmlformats.org/officeDocument/2006/relationships/viewProps" Target="viewProps.xml" /><Relationship Id="rId17" Type="http://schemas.openxmlformats.org/officeDocument/2006/relationships/theme" Target="theme/theme1.xml" /><Relationship Id="rId18" Type="http://schemas.openxmlformats.org/officeDocument/2006/relationships/tableStyles" Target="tableStyles.xml" /></ns0: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Slide-3-image-1.png" /><Relationship Id="rId2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Slide-3-image-1.png" /><Relationship Id="rId2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888950"/>
            <a:ext cx="8290661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320"/>
              </a:lnSpc>
              <a:spcAft>
                <a:spcPts val="15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Buildings Using Natural Language</a:t>
            </a:r>
            <a:endParaRPr lang="en-US" sz="3600" dirty="0"/>
          </a:p>
        </p:txBody>
      </p:sp>
      <p:pic>
        <p:nvPicPr>
          <p:cNvPr id="3" name="Image 0" descr="/mnt/d/Talal/Work/CLAUDE/Revit-MCP/presentation/assets/accent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430512"/>
            <a:ext cx="2539901" cy="1269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6669" y="2849463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500"/>
              </a:spcAft>
              <a:buNone/>
            </a:pPr>
            <a:r>
              <a:rPr lang="en-US" sz="2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Claude Code AI to Autodesk Revit 2026 via MCP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26669" y="346218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Talal Ahmed | Mentored by Sir Zia Khan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26669" y="3712964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[Add Your Phone Here]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2102644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is Pakistan's BIGGEST industry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is the #1 tool used by architects worldwide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Revit takes months/years of training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anyone could design buildings by just describing them?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Building Design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2102644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Claude Code in plain English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sends commands to Revit automatically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walls, floors, grids, beams in seconds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model data, analyze statistics, export reports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47625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365200"/>
            <a:ext cx="1697831" cy="714375"/>
          </a:xfrm>
          <a:prstGeom prst="roundRect">
            <a:avLst>
              <a:gd name="adj" fmla="val 10667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5851" y="1536650"/>
            <a:ext cx="13820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5851" y="1765250"/>
            <a:ext cx="13820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0817" y="1589038"/>
            <a:ext cx="1953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651224" y="1365200"/>
            <a:ext cx="1697980" cy="714375"/>
          </a:xfrm>
          <a:prstGeom prst="roundRect">
            <a:avLst>
              <a:gd name="adj" fmla="val 10667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09123" y="1536650"/>
            <a:ext cx="13821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09123" y="1765250"/>
            <a:ext cx="13821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4239" y="1589038"/>
            <a:ext cx="1953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94647" y="1365200"/>
            <a:ext cx="1697980" cy="714375"/>
          </a:xfrm>
          <a:prstGeom prst="roundRect">
            <a:avLst>
              <a:gd name="adj" fmla="val 10667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52546" y="1536650"/>
            <a:ext cx="13821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Plugin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52546" y="1765250"/>
            <a:ext cx="13821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(C#)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17662" y="1589038"/>
            <a:ext cx="1953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38070" y="1455688"/>
            <a:ext cx="1697980" cy="533400"/>
          </a:xfrm>
          <a:prstGeom prst="roundRect">
            <a:avLst>
              <a:gd name="adj" fmla="val 14286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95969" y="1627138"/>
            <a:ext cx="13821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7945" y="2397026"/>
            <a:ext cx="40805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WSL2/Linux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95394" y="2397026"/>
            <a:ext cx="40806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950" y="2743200"/>
            <a:ext cx="8128099" cy="1587500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connects to MCP Server running on WSL2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 communicates with Revit Plugin via TCP on port 8080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Plugin (C#) translates commands and controls Revit API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connects WSL2/Linux environment to Windows host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2102644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standard by Anthropic (makers of Claude)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AI tools connect to external software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USB port for AI - plug in any tool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MCP server translates Claude's requests into Revit commands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47625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Tools (19 Commands)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301651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777901"/>
            <a:ext cx="3810000" cy="2095500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elements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25901" y="1301651"/>
            <a:ext cx="38863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825901" y="1777901"/>
            <a:ext cx="3810149" cy="2095500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info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types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elements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data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quantities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statistics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04825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Results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7950" y="1330226"/>
            <a:ext cx="8290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Built: The Prism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7950" y="1939826"/>
            <a:ext cx="8128099" cy="2707332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272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3-story neo-futuristic building</a:t>
            </a:r>
            <a:endParaRPr lang="en-US" sz="1700" dirty="0"/>
          </a:p>
          <a:p>
            <a:pPr algn="l" marL="254000" indent="-254000">
              <a:lnSpc>
                <a:spcPts val="272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curtain wall facade</a:t>
            </a:r>
            <a:endParaRPr lang="en-US" sz="1700" dirty="0"/>
          </a:p>
          <a:p>
            <a:pPr algn="l" marL="254000" indent="-254000">
              <a:lnSpc>
                <a:spcPts val="272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Cantilevered second floor</a:t>
            </a:r>
            <a:endParaRPr lang="en-US" sz="1700" dirty="0"/>
          </a:p>
          <a:p>
            <a:pPr algn="l" marL="254000" indent="-254000">
              <a:lnSpc>
                <a:spcPts val="272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 terrace on third floor</a:t>
            </a:r>
            <a:endParaRPr lang="en-US" sz="1700" dirty="0"/>
          </a:p>
          <a:p>
            <a:pPr algn="l" marL="254000" indent="-254000">
              <a:lnSpc>
                <a:spcPts val="272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Steel beam framing systems</a:t>
            </a:r>
            <a:endParaRPr lang="en-US" sz="1700" dirty="0"/>
          </a:p>
          <a:p>
            <a:pPr algn="l" marL="254000" indent="-254000">
              <a:lnSpc>
                <a:spcPts val="272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created through natural language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Setup - One Command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1927027"/>
          </a:xfrm>
          <a:prstGeom prst="roundRect">
            <a:avLst>
              <a:gd name="adj" fmla="val 5272"/>
            </a:avLst>
          </a:prstGeom>
          <a:solidFill>
            <a:srgbClr val="000000">
              <a:alpha val="5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0901" y="2469803"/>
            <a:ext cx="7733842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6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github.com/talal/revit-mcp-setup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0901" y="2896344"/>
            <a:ext cx="7733842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6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revit-mcp-setup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0901" y="3322886"/>
            <a:ext cx="7733842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6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./setup.sh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7950" y="4276279"/>
            <a:ext cx="8290661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Open Revit → Add-Ins → Click "MCP Switch" → Start Claude Code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2102644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twins from natural language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architectural design for Pakistan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architects + Revit experts joining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 construction design accessible to everyone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9762" y="1143000"/>
            <a:ext cx="543096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50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pic>
        <p:nvPicPr>
          <p:cNvPr id="3" name="Image 0" descr="/mnt/d/Talal/Work/CLAUDE/Revit-MCP/presentation/assets/accent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762" y="2362051"/>
            <a:ext cx="2539901" cy="1269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09762" y="2971502"/>
            <a:ext cx="54309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Talal Ahmed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856518" y="3454003"/>
            <a:ext cx="543096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Mentored by Sir Zia Khan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856518" y="3742879"/>
            <a:ext cx="543096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github.com/Demolinator/Revit-MCP-CS | Phone: [Add Your Phone Here]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BIM?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Information Modeling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2102644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connects all stakeholders with a single intelligent model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Information Modeling is a 3D model-based process for architecture, engineering, and construction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Components: Model-Based, Information-Rich, Multi-Dimensional (3D + 4D time + 5D cost + 6D sustainability)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Stakeholders: Architects (design), Engineers (structural/MEP), Contractors (clash detection), Clients (visualization)</a:t>
            </a:r>
            <a:endParaRPr lang="en-US" sz="1800" dirty="0"/>
          </a:p>
        </p:txBody>
      </p:sp>
    </p:spTree>
    <p:clrMapOvr>
      <a:masterClrMapping/>
    </p:clrMapOvr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575" y="507950"/>
            <a:ext cx="0" cy="533400"/>
          </a:xfrm>
          <a:prstGeom prst="line">
            <a:avLst/>
          </a:prstGeom>
          <a:noFill/>
          <a:ln w="9525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7101" y="507950"/>
            <a:ext cx="793452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Modeling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422350"/>
            <a:ext cx="829066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20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Powers BIM Software Like Revit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2095351"/>
            <a:ext cx="8128099" cy="2102644"/>
          </a:xfrm>
          <a:prstGeom prst="rect">
            <a:avLst/>
          </a:prstGeom>
          <a:noFill/>
          <a:ln/>
        </p:spPr>
        <p:txBody>
          <a:bodyPr wrap="square" lIns="254000" tIns="0" rIns="0" bIns="0" rtlCol="0" anchor="t"/>
          <a:lstStyle/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Elements defined by parameters and relationships — objects are 'smart'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Coordination: Move a wall — doors, windows, dimensions, schedules update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Iteration: Rapidly explore options without manual redrafting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Data-Driven: Quantities, costs, schedules always accurate</a:t>
            </a:r>
            <a:endParaRPr lang="en-US" sz="1800" dirty="0"/>
          </a:p>
          <a:p>
            <a:pPr algn="l" marL="254000" indent="-254000">
              <a:lnSpc>
                <a:spcPts val="3240"/>
              </a:lnSpc>
              <a:spcAft>
                <a:spcPts val="1200"/>
              </a:spcAft>
              <a:buSzPct val="100000"/>
              <a:buChar char="&amp;#x2022;"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Change wall height from 3000mm to 3500mm — all connected elements update instantly</a:t>
            </a:r>
            <a:endParaRPr lang="en-US" sz="1800" dirty="0"/>
          </a:p>
        </p:txBody>
      </p:sp>
    </p:spTree>
    <p:clrMapOvr>
      <a:masterClrMapping/>
    </p:clrMapOvr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Office PowerPoint</ns0:Application>
  <ns0:PresentationFormat>On-screen Show (16:9)</ns0:PresentationFormat>
  <ns0:Paragraphs>0</ns0:Paragraphs>
  <ns0:Slides>12</ns0:Slides>
  <ns0:Notes>10</ns0:Notes>
  <ns0:HiddenSlides>0</ns0:HiddenSlides>
  <ns0:MMClips>0</ns0:MMClips>
  <ns0:ScaleCrop>false</ns0:ScaleCrop>
  <ns0:HeadingPairs>
    <ns1:vector size="6" baseType="variant">
      <ns1:variant>
        <ns1:lpstr>Fonts Used</ns1:lpstr>
      </ns1:variant>
      <ns1:variant>
        <ns1:i4>2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10</ns1:i4>
      </ns1:variant>
    </ns1:vector>
  </ns0:HeadingPairs>
  <ns0:TitlesOfParts>
    <ns1:vector size="13" baseType="lpstr">
      <ns1:lpstr>Arial</ns1:lpstr>
      <ns1:lpstr>Calibri</ns1:lpstr>
      <ns1:lpstr>Office Theme</ns1:lpstr>
      <ns1:lpstr>Slide 1</ns1:lpstr>
      <ns1:lpstr>Slide 2</ns1:lpstr>
      <ns1:lpstr>Slide 3</ns1:lpstr>
      <ns1:lpstr>Slide 4</ns1:lpstr>
      <ns1:lpstr>Slide 5</ns1:lpstr>
      <ns1:lpstr>Slide 6</ns1:lpstr>
      <ns1:lpstr>Slide 7</ns1:lpstr>
      <ns1:lpstr>Slide 8</ns1:lpstr>
      <ns1:lpstr>Slide 9</ns1:lpstr>
      <ns1:lpstr>Slide 10</ns1:lpstr>
    </ns1:vector>
  </ns0:TitlesOfParts>
  <ns0:Company>PptxGenJS</ns0:Company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Revit MCP - Natural Language Building Design</dc:title>
  <dc:subject>Connecting Claude Code AI to Autodesk Revit 2026</dc:subject>
  <dc:creator>Talal Ahmed</dc:creator>
  <cp:lastModifiedBy>Talal Ahmed</cp:lastModifiedBy>
  <cp:revision>1</cp:revision>
  <dcterms:created xsi:type="dcterms:W3CDTF">2026-02-14T02:27:20Z</dcterms:created>
  <dcterms:modified xsi:type="dcterms:W3CDTF">2026-02-14T02:27:20Z</dcterms:modified>
</cp:coreProperties>
</file>