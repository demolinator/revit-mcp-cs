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888950"/>
            <a:ext cx="8290661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Buildings Using Natural Language</a:t>
            </a:r>
            <a:endParaRPr lang="en-US" sz="3600" dirty="0"/>
          </a:p>
        </p:txBody>
      </p:sp>
      <p:pic>
        <p:nvPicPr>
          <p:cNvPr id="3" name="Image 0" descr="/mnt/d/Talal/Work/CLAUDE/Revit-MCP/presentation/assets/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2430512"/>
            <a:ext cx="2539901" cy="126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669" y="2849463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Claude Code AI to Autodesk Revit 2026 via MCP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26669" y="3462189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Talal Ahmed | Mentored by Sir Zia Khan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6669" y="3712964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[Your Phone Number]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53340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223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095351"/>
            <a:ext cx="8128099" cy="2102644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is Pakistan's BIGGEST industry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Revit is the #1 tool used by architects worldwide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Revit takes months/years of training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anyone could design buildings by just describing them?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53340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223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Building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095351"/>
            <a:ext cx="8128099" cy="2102644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Claude Code in plain English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sends commands to Revit automatically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walls, floors, grids, beams in seconds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model data, analyze statistics, export reports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47625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65200"/>
            <a:ext cx="1697831" cy="714375"/>
          </a:xfrm>
          <a:prstGeom prst="roundRect">
            <a:avLst>
              <a:gd name="adj" fmla="val 10667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5851" y="1536650"/>
            <a:ext cx="1382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5851" y="1765250"/>
            <a:ext cx="1382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0817" y="1589038"/>
            <a:ext cx="1953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51224" y="1365200"/>
            <a:ext cx="1697980" cy="714375"/>
          </a:xfrm>
          <a:prstGeom prst="roundRect">
            <a:avLst>
              <a:gd name="adj" fmla="val 10667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09123" y="1536650"/>
            <a:ext cx="13821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09123" y="1765250"/>
            <a:ext cx="13821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74239" y="1589038"/>
            <a:ext cx="1953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94647" y="1365200"/>
            <a:ext cx="1697980" cy="714375"/>
          </a:xfrm>
          <a:prstGeom prst="roundRect">
            <a:avLst>
              <a:gd name="adj" fmla="val 10667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2546" y="1536650"/>
            <a:ext cx="13821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Revit Plugin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2546" y="1765250"/>
            <a:ext cx="13821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(C#)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17662" y="1589038"/>
            <a:ext cx="1953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38070" y="1455688"/>
            <a:ext cx="1697980" cy="533400"/>
          </a:xfrm>
          <a:prstGeom prst="roundRect">
            <a:avLst>
              <a:gd name="adj" fmla="val 14286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95969" y="1627138"/>
            <a:ext cx="13821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Revit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945" y="2397026"/>
            <a:ext cx="40805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WSL2/Linux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5394" y="2397026"/>
            <a:ext cx="40806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53340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MCP?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223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095351"/>
            <a:ext cx="8128099" cy="2102644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 by Anthropic (makers of Claude)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AI tools connect to external software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USB port for AI - plug in any tool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MCP server translates Claude's requests into Revit commands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47625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Tools (19 Commands)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01651"/>
            <a:ext cx="3886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777901"/>
            <a:ext cx="3810000" cy="2095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elements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25901" y="1301651"/>
            <a:ext cx="38863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25901" y="1777901"/>
            <a:ext cx="3810149" cy="2095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info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types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elements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data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quantities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statistics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504825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1330226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spcAft>
                <a:spcPts val="18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Built: The Prism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939826"/>
            <a:ext cx="8128099" cy="2707332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272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3-story neo-futuristic building</a:t>
            </a:r>
            <a:endParaRPr lang="en-US" sz="1700" dirty="0"/>
          </a:p>
          <a:p>
            <a:pPr algn="l" marL="254000" indent="-254000">
              <a:lnSpc>
                <a:spcPts val="272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curtain wall facade</a:t>
            </a:r>
            <a:endParaRPr lang="en-US" sz="1700" dirty="0"/>
          </a:p>
          <a:p>
            <a:pPr algn="l" marL="254000" indent="-254000">
              <a:lnSpc>
                <a:spcPts val="272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Cantilevered second floor</a:t>
            </a:r>
            <a:endParaRPr lang="en-US" sz="1700" dirty="0"/>
          </a:p>
          <a:p>
            <a:pPr algn="l" marL="254000" indent="-254000">
              <a:lnSpc>
                <a:spcPts val="272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terrace on third floor</a:t>
            </a:r>
            <a:endParaRPr lang="en-US" sz="1700" dirty="0"/>
          </a:p>
          <a:p>
            <a:pPr algn="l" marL="254000" indent="-254000">
              <a:lnSpc>
                <a:spcPts val="272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beam framing systems</a:t>
            </a:r>
            <a:endParaRPr lang="en-US" sz="1700" dirty="0"/>
          </a:p>
          <a:p>
            <a:pPr algn="l" marL="254000" indent="-254000">
              <a:lnSpc>
                <a:spcPts val="272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created through natural language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53340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223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Setup - One Command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095351"/>
            <a:ext cx="8128099" cy="1927027"/>
          </a:xfrm>
          <a:prstGeom prst="roundRect">
            <a:avLst>
              <a:gd name="adj" fmla="val 5272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0901" y="2469803"/>
            <a:ext cx="773384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github.com/talal/revit-mcp-setup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0901" y="2896344"/>
            <a:ext cx="773384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revit-mcp-setup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0901" y="3322886"/>
            <a:ext cx="773384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./setup.sh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4276279"/>
            <a:ext cx="829066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Open Revit → Add-Ins → Click "MCP Switch" → Start Claude Code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507950"/>
            <a:ext cx="0" cy="533400"/>
          </a:xfrm>
          <a:prstGeom prst="line">
            <a:avLst/>
          </a:prstGeom>
          <a:noFill/>
          <a:ln w="952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101" y="507950"/>
            <a:ext cx="79345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223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095351"/>
            <a:ext cx="8128099" cy="2102644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twins from natural language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architectural design for Pakistan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architects + Revit experts joining</a:t>
            </a:r>
            <a:endParaRPr lang="en-US" sz="1800" dirty="0"/>
          </a:p>
          <a:p>
            <a:pPr algn="l" marL="254000" indent="-2540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construction design accessible to everyone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9762" y="1143000"/>
            <a:ext cx="543096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pic>
        <p:nvPicPr>
          <p:cNvPr id="3" name="Image 0" descr="/mnt/d/Talal/Work/CLAUDE/Revit-MCP/presentation/assets/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2362051"/>
            <a:ext cx="2539901" cy="126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9762" y="2971502"/>
            <a:ext cx="54309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Talal Ahmed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56518" y="3454003"/>
            <a:ext cx="54309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Mentored by Sir Zia Khan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56518" y="3742879"/>
            <a:ext cx="54309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[Your GitHub] | Phone: [Your Phone Number]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Revit MCP - Natural Language Building Design</dc:title>
  <dc:subject>Connecting Claude Code AI to Autodesk Revit 2026</dc:subject>
  <dc:creator>Talal Ahmed</dc:creator>
  <cp:lastModifiedBy>Talal Ahmed</cp:lastModifiedBy>
  <cp:revision>1</cp:revision>
  <dcterms:created xsi:type="dcterms:W3CDTF">2026-02-14T02:27:20Z</dcterms:created>
  <dcterms:modified xsi:type="dcterms:W3CDTF">2026-02-14T02:27:20Z</dcterms:modified>
</cp:coreProperties>
</file>